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0D0816-B320-4160-B3EA-CFF45B8ED451}" v="83" dt="2026-07-25T05:07:55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.priyanka666@outlook.com" userId="f8808674c9441ff4" providerId="LiveId" clId="{65959855-1518-4B87-8278-1BB318D4721C}"/>
    <pc:docChg chg="undo custSel delSld modSld">
      <pc:chgData name="s.priyanka666@outlook.com" userId="f8808674c9441ff4" providerId="LiveId" clId="{65959855-1518-4B87-8278-1BB318D4721C}" dt="2026-07-25T05:09:24.850" v="521" actId="14100"/>
      <pc:docMkLst>
        <pc:docMk/>
      </pc:docMkLst>
      <pc:sldChg chg="addSp delSp modSp mod">
        <pc:chgData name="s.priyanka666@outlook.com" userId="f8808674c9441ff4" providerId="LiveId" clId="{65959855-1518-4B87-8278-1BB318D4721C}" dt="2026-07-25T05:09:24.850" v="521" actId="14100"/>
        <pc:sldMkLst>
          <pc:docMk/>
          <pc:sldMk cId="327385774" sldId="256"/>
        </pc:sldMkLst>
        <pc:spChg chg="mod">
          <ac:chgData name="s.priyanka666@outlook.com" userId="f8808674c9441ff4" providerId="LiveId" clId="{65959855-1518-4B87-8278-1BB318D4721C}" dt="2026-07-24T23:44:39.635" v="499" actId="113"/>
          <ac:spMkLst>
            <pc:docMk/>
            <pc:sldMk cId="327385774" sldId="256"/>
            <ac:spMk id="8" creationId="{4E9CDAAB-0798-4C30-EA20-1403E2A85176}"/>
          </ac:spMkLst>
        </pc:spChg>
        <pc:spChg chg="add del mod">
          <ac:chgData name="s.priyanka666@outlook.com" userId="f8808674c9441ff4" providerId="LiveId" clId="{65959855-1518-4B87-8278-1BB318D4721C}" dt="2026-07-25T05:09:22.006" v="520" actId="14100"/>
          <ac:spMkLst>
            <pc:docMk/>
            <pc:sldMk cId="327385774" sldId="256"/>
            <ac:spMk id="10" creationId="{3079DB5D-8EBA-E350-F86F-C2FEAFC70D7B}"/>
          </ac:spMkLst>
        </pc:spChg>
        <pc:spChg chg="mod">
          <ac:chgData name="s.priyanka666@outlook.com" userId="f8808674c9441ff4" providerId="LiveId" clId="{65959855-1518-4B87-8278-1BB318D4721C}" dt="2026-07-25T05:09:24.850" v="521" actId="14100"/>
          <ac:spMkLst>
            <pc:docMk/>
            <pc:sldMk cId="327385774" sldId="256"/>
            <ac:spMk id="11" creationId="{3B668117-370E-5F42-7FB6-540FCEFCDD67}"/>
          </ac:spMkLst>
        </pc:spChg>
      </pc:sldChg>
      <pc:sldChg chg="addSp delSp modSp mod">
        <pc:chgData name="s.priyanka666@outlook.com" userId="f8808674c9441ff4" providerId="LiveId" clId="{65959855-1518-4B87-8278-1BB318D4721C}" dt="2026-07-24T23:19:50.871" v="123" actId="14100"/>
        <pc:sldMkLst>
          <pc:docMk/>
          <pc:sldMk cId="153609197" sldId="257"/>
        </pc:sldMkLst>
        <pc:spChg chg="mod">
          <ac:chgData name="s.priyanka666@outlook.com" userId="f8808674c9441ff4" providerId="LiveId" clId="{65959855-1518-4B87-8278-1BB318D4721C}" dt="2026-07-24T23:19:50.871" v="123" actId="14100"/>
          <ac:spMkLst>
            <pc:docMk/>
            <pc:sldMk cId="153609197" sldId="257"/>
            <ac:spMk id="2" creationId="{0D1E5374-3C24-05D0-D337-A0FE5C989DC8}"/>
          </ac:spMkLst>
        </pc:spChg>
        <pc:spChg chg="add del mod">
          <ac:chgData name="s.priyanka666@outlook.com" userId="f8808674c9441ff4" providerId="LiveId" clId="{65959855-1518-4B87-8278-1BB318D4721C}" dt="2026-07-24T23:16:19.567" v="85"/>
          <ac:spMkLst>
            <pc:docMk/>
            <pc:sldMk cId="153609197" sldId="257"/>
            <ac:spMk id="5" creationId="{6F0E3C74-A817-DC68-4D43-F4743BA9C669}"/>
          </ac:spMkLst>
        </pc:spChg>
        <pc:spChg chg="add mod">
          <ac:chgData name="s.priyanka666@outlook.com" userId="f8808674c9441ff4" providerId="LiveId" clId="{65959855-1518-4B87-8278-1BB318D4721C}" dt="2026-07-24T23:16:39.536" v="89" actId="14100"/>
          <ac:spMkLst>
            <pc:docMk/>
            <pc:sldMk cId="153609197" sldId="257"/>
            <ac:spMk id="6" creationId="{26D4730D-3343-D48A-4093-327AA9253A93}"/>
          </ac:spMkLst>
        </pc:spChg>
        <pc:spChg chg="mod">
          <ac:chgData name="s.priyanka666@outlook.com" userId="f8808674c9441ff4" providerId="LiveId" clId="{65959855-1518-4B87-8278-1BB318D4721C}" dt="2026-07-24T23:16:30.746" v="87" actId="14100"/>
          <ac:spMkLst>
            <pc:docMk/>
            <pc:sldMk cId="153609197" sldId="257"/>
            <ac:spMk id="7" creationId="{17BF0884-533C-45EA-EB8E-62BF7B0E9821}"/>
          </ac:spMkLst>
        </pc:spChg>
        <pc:picChg chg="mod">
          <ac:chgData name="s.priyanka666@outlook.com" userId="f8808674c9441ff4" providerId="LiveId" clId="{65959855-1518-4B87-8278-1BB318D4721C}" dt="2026-07-24T23:10:17.714" v="19" actId="1076"/>
          <ac:picMkLst>
            <pc:docMk/>
            <pc:sldMk cId="153609197" sldId="257"/>
            <ac:picMk id="3" creationId="{06E39CFC-4F00-F225-D058-2840F65D57F1}"/>
          </ac:picMkLst>
        </pc:picChg>
        <pc:picChg chg="mod">
          <ac:chgData name="s.priyanka666@outlook.com" userId="f8808674c9441ff4" providerId="LiveId" clId="{65959855-1518-4B87-8278-1BB318D4721C}" dt="2026-07-24T23:10:20.512" v="20" actId="1076"/>
          <ac:picMkLst>
            <pc:docMk/>
            <pc:sldMk cId="153609197" sldId="257"/>
            <ac:picMk id="4" creationId="{59655D02-9BD1-C750-02E9-5B57FDEB5F5C}"/>
          </ac:picMkLst>
        </pc:picChg>
      </pc:sldChg>
      <pc:sldChg chg="addSp delSp modSp mod">
        <pc:chgData name="s.priyanka666@outlook.com" userId="f8808674c9441ff4" providerId="LiveId" clId="{65959855-1518-4B87-8278-1BB318D4721C}" dt="2026-07-24T23:20:17.970" v="131" actId="27636"/>
        <pc:sldMkLst>
          <pc:docMk/>
          <pc:sldMk cId="4081160674" sldId="258"/>
        </pc:sldMkLst>
        <pc:spChg chg="add mod">
          <ac:chgData name="s.priyanka666@outlook.com" userId="f8808674c9441ff4" providerId="LiveId" clId="{65959855-1518-4B87-8278-1BB318D4721C}" dt="2026-07-24T23:19:37.668" v="122" actId="14100"/>
          <ac:spMkLst>
            <pc:docMk/>
            <pc:sldMk cId="4081160674" sldId="258"/>
            <ac:spMk id="3" creationId="{26CF2673-5D2B-7BC2-1A01-0F210BD1779E}"/>
          </ac:spMkLst>
        </pc:spChg>
        <pc:spChg chg="add mod">
          <ac:chgData name="s.priyanka666@outlook.com" userId="f8808674c9441ff4" providerId="LiveId" clId="{65959855-1518-4B87-8278-1BB318D4721C}" dt="2026-07-24T23:20:17.970" v="131" actId="27636"/>
          <ac:spMkLst>
            <pc:docMk/>
            <pc:sldMk cId="4081160674" sldId="258"/>
            <ac:spMk id="4" creationId="{2ADEECF6-E4DB-7D56-1901-5107F59B0C32}"/>
          </ac:spMkLst>
        </pc:spChg>
        <pc:spChg chg="del mod">
          <ac:chgData name="s.priyanka666@outlook.com" userId="f8808674c9441ff4" providerId="LiveId" clId="{65959855-1518-4B87-8278-1BB318D4721C}" dt="2026-07-24T23:17:21.611" v="97"/>
          <ac:spMkLst>
            <pc:docMk/>
            <pc:sldMk cId="4081160674" sldId="258"/>
            <ac:spMk id="5" creationId="{BBE0B0AF-C446-1508-DFE0-1B74A2F8D774}"/>
          </ac:spMkLst>
        </pc:spChg>
        <pc:spChg chg="mod">
          <ac:chgData name="s.priyanka666@outlook.com" userId="f8808674c9441ff4" providerId="LiveId" clId="{65959855-1518-4B87-8278-1BB318D4721C}" dt="2026-07-24T23:19:30.466" v="121" actId="14100"/>
          <ac:spMkLst>
            <pc:docMk/>
            <pc:sldMk cId="4081160674" sldId="258"/>
            <ac:spMk id="8" creationId="{92A2A72F-8A30-0A8E-207C-A8EECCED7B7D}"/>
          </ac:spMkLst>
        </pc:spChg>
        <pc:picChg chg="mod">
          <ac:chgData name="s.priyanka666@outlook.com" userId="f8808674c9441ff4" providerId="LiveId" clId="{65959855-1518-4B87-8278-1BB318D4721C}" dt="2026-07-24T23:20:03.600" v="126" actId="14100"/>
          <ac:picMkLst>
            <pc:docMk/>
            <pc:sldMk cId="4081160674" sldId="258"/>
            <ac:picMk id="2" creationId="{785EF105-90AC-D69A-9DA4-5370AB389575}"/>
          </ac:picMkLst>
        </pc:picChg>
        <pc:picChg chg="mod">
          <ac:chgData name="s.priyanka666@outlook.com" userId="f8808674c9441ff4" providerId="LiveId" clId="{65959855-1518-4B87-8278-1BB318D4721C}" dt="2026-07-24T23:20:10.010" v="129" actId="14100"/>
          <ac:picMkLst>
            <pc:docMk/>
            <pc:sldMk cId="4081160674" sldId="258"/>
            <ac:picMk id="6" creationId="{E6D863C7-4014-4107-28FA-034FEF238D73}"/>
          </ac:picMkLst>
        </pc:picChg>
      </pc:sldChg>
      <pc:sldChg chg="modSp mod">
        <pc:chgData name="s.priyanka666@outlook.com" userId="f8808674c9441ff4" providerId="LiveId" clId="{65959855-1518-4B87-8278-1BB318D4721C}" dt="2026-07-24T23:35:24.406" v="366" actId="255"/>
        <pc:sldMkLst>
          <pc:docMk/>
          <pc:sldMk cId="2841347528" sldId="259"/>
        </pc:sldMkLst>
        <pc:spChg chg="mod">
          <ac:chgData name="s.priyanka666@outlook.com" userId="f8808674c9441ff4" providerId="LiveId" clId="{65959855-1518-4B87-8278-1BB318D4721C}" dt="2026-07-24T23:35:24.406" v="366" actId="255"/>
          <ac:spMkLst>
            <pc:docMk/>
            <pc:sldMk cId="2841347528" sldId="259"/>
            <ac:spMk id="4" creationId="{F6FB33F1-8347-E2B0-91F1-4D45064EAB70}"/>
          </ac:spMkLst>
        </pc:spChg>
        <pc:spChg chg="mod">
          <ac:chgData name="s.priyanka666@outlook.com" userId="f8808674c9441ff4" providerId="LiveId" clId="{65959855-1518-4B87-8278-1BB318D4721C}" dt="2026-07-24T23:35:06.157" v="345" actId="14100"/>
          <ac:spMkLst>
            <pc:docMk/>
            <pc:sldMk cId="2841347528" sldId="259"/>
            <ac:spMk id="7" creationId="{B82B9BF5-0AFE-144C-BD41-41EB78B4B7C9}"/>
          </ac:spMkLst>
        </pc:spChg>
      </pc:sldChg>
      <pc:sldChg chg="addSp delSp modSp mod">
        <pc:chgData name="s.priyanka666@outlook.com" userId="f8808674c9441ff4" providerId="LiveId" clId="{65959855-1518-4B87-8278-1BB318D4721C}" dt="2026-07-24T23:29:01.189" v="266" actId="14100"/>
        <pc:sldMkLst>
          <pc:docMk/>
          <pc:sldMk cId="2060982761" sldId="260"/>
        </pc:sldMkLst>
        <pc:spChg chg="mod">
          <ac:chgData name="s.priyanka666@outlook.com" userId="f8808674c9441ff4" providerId="LiveId" clId="{65959855-1518-4B87-8278-1BB318D4721C}" dt="2026-07-24T23:28:48.637" v="262" actId="14100"/>
          <ac:spMkLst>
            <pc:docMk/>
            <pc:sldMk cId="2060982761" sldId="260"/>
            <ac:spMk id="4" creationId="{B9B15D40-C49C-A3EF-DBD2-10C88D260155}"/>
          </ac:spMkLst>
        </pc:spChg>
        <pc:spChg chg="add mod">
          <ac:chgData name="s.priyanka666@outlook.com" userId="f8808674c9441ff4" providerId="LiveId" clId="{65959855-1518-4B87-8278-1BB318D4721C}" dt="2026-07-24T23:28:29.668" v="258" actId="2710"/>
          <ac:spMkLst>
            <pc:docMk/>
            <pc:sldMk cId="2060982761" sldId="260"/>
            <ac:spMk id="6" creationId="{16BF4E1C-38F2-CAD0-7F31-221EE3ACDAFE}"/>
          </ac:spMkLst>
        </pc:spChg>
        <pc:graphicFrameChg chg="del">
          <ac:chgData name="s.priyanka666@outlook.com" userId="f8808674c9441ff4" providerId="LiveId" clId="{65959855-1518-4B87-8278-1BB318D4721C}" dt="2026-07-24T23:26:03.598" v="232" actId="478"/>
          <ac:graphicFrameMkLst>
            <pc:docMk/>
            <pc:sldMk cId="2060982761" sldId="260"/>
            <ac:graphicFrameMk id="5" creationId="{EC3B80EA-1C63-C18B-046F-0077CB12CA96}"/>
          </ac:graphicFrameMkLst>
        </pc:graphicFrameChg>
        <pc:picChg chg="mod">
          <ac:chgData name="s.priyanka666@outlook.com" userId="f8808674c9441ff4" providerId="LiveId" clId="{65959855-1518-4B87-8278-1BB318D4721C}" dt="2026-07-24T23:28:53.880" v="264" actId="14100"/>
          <ac:picMkLst>
            <pc:docMk/>
            <pc:sldMk cId="2060982761" sldId="260"/>
            <ac:picMk id="2" creationId="{4321D5E0-8D2F-4851-EDC8-00E086D1A79C}"/>
          </ac:picMkLst>
        </pc:picChg>
        <pc:picChg chg="mod">
          <ac:chgData name="s.priyanka666@outlook.com" userId="f8808674c9441ff4" providerId="LiveId" clId="{65959855-1518-4B87-8278-1BB318D4721C}" dt="2026-07-24T23:29:01.189" v="266" actId="14100"/>
          <ac:picMkLst>
            <pc:docMk/>
            <pc:sldMk cId="2060982761" sldId="260"/>
            <ac:picMk id="3" creationId="{B3130873-CA78-7EB2-817F-EEFDF0101DDD}"/>
          </ac:picMkLst>
        </pc:picChg>
      </pc:sldChg>
      <pc:sldChg chg="addSp delSp modSp mod">
        <pc:chgData name="s.priyanka666@outlook.com" userId="f8808674c9441ff4" providerId="LiveId" clId="{65959855-1518-4B87-8278-1BB318D4721C}" dt="2026-07-24T23:31:36.687" v="298" actId="14100"/>
        <pc:sldMkLst>
          <pc:docMk/>
          <pc:sldMk cId="3371561536" sldId="261"/>
        </pc:sldMkLst>
        <pc:spChg chg="add mod">
          <ac:chgData name="s.priyanka666@outlook.com" userId="f8808674c9441ff4" providerId="LiveId" clId="{65959855-1518-4B87-8278-1BB318D4721C}" dt="2026-07-24T23:31:36.687" v="298" actId="14100"/>
          <ac:spMkLst>
            <pc:docMk/>
            <pc:sldMk cId="3371561536" sldId="261"/>
            <ac:spMk id="3" creationId="{1EC7079C-0F01-3E04-B3CD-6438FA053DF9}"/>
          </ac:spMkLst>
        </pc:spChg>
        <pc:spChg chg="del mod">
          <ac:chgData name="s.priyanka666@outlook.com" userId="f8808674c9441ff4" providerId="LiveId" clId="{65959855-1518-4B87-8278-1BB318D4721C}" dt="2026-07-24T23:29:11.821" v="269"/>
          <ac:spMkLst>
            <pc:docMk/>
            <pc:sldMk cId="3371561536" sldId="261"/>
            <ac:spMk id="4" creationId="{6B57A945-389A-95F6-A8A7-07EBC12937E6}"/>
          </ac:spMkLst>
        </pc:spChg>
        <pc:spChg chg="mod">
          <ac:chgData name="s.priyanka666@outlook.com" userId="f8808674c9441ff4" providerId="LiveId" clId="{65959855-1518-4B87-8278-1BB318D4721C}" dt="2026-07-24T23:31:25.948" v="295" actId="14100"/>
          <ac:spMkLst>
            <pc:docMk/>
            <pc:sldMk cId="3371561536" sldId="261"/>
            <ac:spMk id="5" creationId="{B25F0560-36B2-027B-2CAE-980F76A4997C}"/>
          </ac:spMkLst>
        </pc:spChg>
        <pc:picChg chg="mod">
          <ac:chgData name="s.priyanka666@outlook.com" userId="f8808674c9441ff4" providerId="LiveId" clId="{65959855-1518-4B87-8278-1BB318D4721C}" dt="2026-07-24T23:31:29.680" v="296" actId="1076"/>
          <ac:picMkLst>
            <pc:docMk/>
            <pc:sldMk cId="3371561536" sldId="261"/>
            <ac:picMk id="6" creationId="{A781E8EA-54B4-A69B-8D82-41DE22E41740}"/>
          </ac:picMkLst>
        </pc:picChg>
        <pc:picChg chg="mod">
          <ac:chgData name="s.priyanka666@outlook.com" userId="f8808674c9441ff4" providerId="LiveId" clId="{65959855-1518-4B87-8278-1BB318D4721C}" dt="2026-07-24T23:31:32.385" v="297" actId="1076"/>
          <ac:picMkLst>
            <pc:docMk/>
            <pc:sldMk cId="3371561536" sldId="261"/>
            <ac:picMk id="7" creationId="{FD3E7CCD-7E17-1813-805F-C62CC15F4211}"/>
          </ac:picMkLst>
        </pc:picChg>
      </pc:sldChg>
      <pc:sldChg chg="addSp delSp modSp mod">
        <pc:chgData name="s.priyanka666@outlook.com" userId="f8808674c9441ff4" providerId="LiveId" clId="{65959855-1518-4B87-8278-1BB318D4721C}" dt="2026-07-24T23:40:23.990" v="435" actId="12"/>
        <pc:sldMkLst>
          <pc:docMk/>
          <pc:sldMk cId="2120810080" sldId="262"/>
        </pc:sldMkLst>
        <pc:spChg chg="add mod">
          <ac:chgData name="s.priyanka666@outlook.com" userId="f8808674c9441ff4" providerId="LiveId" clId="{65959855-1518-4B87-8278-1BB318D4721C}" dt="2026-07-24T23:40:23.990" v="435" actId="12"/>
          <ac:spMkLst>
            <pc:docMk/>
            <pc:sldMk cId="2120810080" sldId="262"/>
            <ac:spMk id="2" creationId="{5728C46E-9DF4-1947-BEF8-2E4D9FF33F34}"/>
          </ac:spMkLst>
        </pc:spChg>
        <pc:spChg chg="del mod">
          <ac:chgData name="s.priyanka666@outlook.com" userId="f8808674c9441ff4" providerId="LiveId" clId="{65959855-1518-4B87-8278-1BB318D4721C}" dt="2026-07-24T23:35:41.298" v="369"/>
          <ac:spMkLst>
            <pc:docMk/>
            <pc:sldMk cId="2120810080" sldId="262"/>
            <ac:spMk id="3" creationId="{69269D28-C7D8-4F75-6230-3904EAFD8729}"/>
          </ac:spMkLst>
        </pc:spChg>
        <pc:spChg chg="add">
          <ac:chgData name="s.priyanka666@outlook.com" userId="f8808674c9441ff4" providerId="LiveId" clId="{65959855-1518-4B87-8278-1BB318D4721C}" dt="2026-07-24T23:35:48.342" v="370" actId="22"/>
          <ac:spMkLst>
            <pc:docMk/>
            <pc:sldMk cId="2120810080" sldId="262"/>
            <ac:spMk id="5" creationId="{2B225BAD-5CF9-715C-F1BE-D1F10BDC6456}"/>
          </ac:spMkLst>
        </pc:spChg>
        <pc:picChg chg="del">
          <ac:chgData name="s.priyanka666@outlook.com" userId="f8808674c9441ff4" providerId="LiveId" clId="{65959855-1518-4B87-8278-1BB318D4721C}" dt="2026-07-24T23:31:42.454" v="299" actId="478"/>
          <ac:picMkLst>
            <pc:docMk/>
            <pc:sldMk cId="2120810080" sldId="262"/>
            <ac:picMk id="8" creationId="{8E1DE630-5591-B90D-2D33-AF6336033C20}"/>
          </ac:picMkLst>
        </pc:picChg>
      </pc:sldChg>
      <pc:sldChg chg="addSp delSp modSp mod">
        <pc:chgData name="s.priyanka666@outlook.com" userId="f8808674c9441ff4" providerId="LiveId" clId="{65959855-1518-4B87-8278-1BB318D4721C}" dt="2026-07-24T23:42:40.880" v="469" actId="255"/>
        <pc:sldMkLst>
          <pc:docMk/>
          <pc:sldMk cId="720012478" sldId="263"/>
        </pc:sldMkLst>
        <pc:spChg chg="add mod">
          <ac:chgData name="s.priyanka666@outlook.com" userId="f8808674c9441ff4" providerId="LiveId" clId="{65959855-1518-4B87-8278-1BB318D4721C}" dt="2026-07-24T23:42:40.880" v="469" actId="255"/>
          <ac:spMkLst>
            <pc:docMk/>
            <pc:sldMk cId="720012478" sldId="263"/>
            <ac:spMk id="2" creationId="{02024011-561E-30D1-F0F8-5A629432C48A}"/>
          </ac:spMkLst>
        </pc:spChg>
        <pc:spChg chg="del mod">
          <ac:chgData name="s.priyanka666@outlook.com" userId="f8808674c9441ff4" providerId="LiveId" clId="{65959855-1518-4B87-8278-1BB318D4721C}" dt="2026-07-24T23:41:04.997" v="438"/>
          <ac:spMkLst>
            <pc:docMk/>
            <pc:sldMk cId="720012478" sldId="263"/>
            <ac:spMk id="3" creationId="{F8156FEC-552B-20BB-9CA6-5480F5E97E2B}"/>
          </ac:spMkLst>
        </pc:spChg>
        <pc:spChg chg="mod">
          <ac:chgData name="s.priyanka666@outlook.com" userId="f8808674c9441ff4" providerId="LiveId" clId="{65959855-1518-4B87-8278-1BB318D4721C}" dt="2026-07-24T23:42:34.058" v="468" actId="14100"/>
          <ac:spMkLst>
            <pc:docMk/>
            <pc:sldMk cId="720012478" sldId="263"/>
            <ac:spMk id="5" creationId="{454137B6-1A4A-19C8-9A7B-31ABCC15E24E}"/>
          </ac:spMkLst>
        </pc:spChg>
      </pc:sldChg>
      <pc:sldChg chg="del">
        <pc:chgData name="s.priyanka666@outlook.com" userId="f8808674c9441ff4" providerId="LiveId" clId="{65959855-1518-4B87-8278-1BB318D4721C}" dt="2026-07-24T23:41:08.409" v="439" actId="2696"/>
        <pc:sldMkLst>
          <pc:docMk/>
          <pc:sldMk cId="1222465233" sldId="264"/>
        </pc:sldMkLst>
      </pc:sldChg>
      <pc:sldChg chg="del">
        <pc:chgData name="s.priyanka666@outlook.com" userId="f8808674c9441ff4" providerId="LiveId" clId="{65959855-1518-4B87-8278-1BB318D4721C}" dt="2026-07-24T23:41:10.798" v="440" actId="2696"/>
        <pc:sldMkLst>
          <pc:docMk/>
          <pc:sldMk cId="1819886267" sldId="265"/>
        </pc:sldMkLst>
      </pc:sldChg>
      <pc:sldChg chg="del">
        <pc:chgData name="s.priyanka666@outlook.com" userId="f8808674c9441ff4" providerId="LiveId" clId="{65959855-1518-4B87-8278-1BB318D4721C}" dt="2026-07-24T23:41:17.158" v="443" actId="2696"/>
        <pc:sldMkLst>
          <pc:docMk/>
          <pc:sldMk cId="755425652" sldId="266"/>
        </pc:sldMkLst>
      </pc:sldChg>
      <pc:sldChg chg="addSp modSp mod">
        <pc:chgData name="s.priyanka666@outlook.com" userId="f8808674c9441ff4" providerId="LiveId" clId="{65959855-1518-4B87-8278-1BB318D4721C}" dt="2026-07-24T23:39:42.802" v="410" actId="255"/>
        <pc:sldMkLst>
          <pc:docMk/>
          <pc:sldMk cId="624704535" sldId="268"/>
        </pc:sldMkLst>
        <pc:spChg chg="mod">
          <ac:chgData name="s.priyanka666@outlook.com" userId="f8808674c9441ff4" providerId="LiveId" clId="{65959855-1518-4B87-8278-1BB318D4721C}" dt="2026-07-24T23:20:25.874" v="132" actId="20577"/>
          <ac:spMkLst>
            <pc:docMk/>
            <pc:sldMk cId="624704535" sldId="268"/>
            <ac:spMk id="2" creationId="{084C387B-37C6-1F90-FFC0-F802CDA22290}"/>
          </ac:spMkLst>
        </pc:spChg>
        <pc:spChg chg="mod">
          <ac:chgData name="s.priyanka666@outlook.com" userId="f8808674c9441ff4" providerId="LiveId" clId="{65959855-1518-4B87-8278-1BB318D4721C}" dt="2026-07-24T23:39:42.802" v="410" actId="255"/>
          <ac:spMkLst>
            <pc:docMk/>
            <pc:sldMk cId="624704535" sldId="268"/>
            <ac:spMk id="3" creationId="{4F799CA5-1F08-B451-6B03-F7A4EB839CF7}"/>
          </ac:spMkLst>
        </pc:spChg>
        <pc:spChg chg="add mod">
          <ac:chgData name="s.priyanka666@outlook.com" userId="f8808674c9441ff4" providerId="LiveId" clId="{65959855-1518-4B87-8278-1BB318D4721C}" dt="2026-07-24T23:20:28.121" v="134" actId="27636"/>
          <ac:spMkLst>
            <pc:docMk/>
            <pc:sldMk cId="624704535" sldId="268"/>
            <ac:spMk id="4" creationId="{C6502015-A5CA-5E6A-67DA-68065A451FF1}"/>
          </ac:spMkLst>
        </pc:spChg>
        <pc:picChg chg="mod">
          <ac:chgData name="s.priyanka666@outlook.com" userId="f8808674c9441ff4" providerId="LiveId" clId="{65959855-1518-4B87-8278-1BB318D4721C}" dt="2026-07-24T23:20:39.288" v="136" actId="1076"/>
          <ac:picMkLst>
            <pc:docMk/>
            <pc:sldMk cId="624704535" sldId="268"/>
            <ac:picMk id="6" creationId="{4B6BE61E-F2F5-BCC7-231A-6AF6CE78F448}"/>
          </ac:picMkLst>
        </pc:picChg>
        <pc:picChg chg="mod">
          <ac:chgData name="s.priyanka666@outlook.com" userId="f8808674c9441ff4" providerId="LiveId" clId="{65959855-1518-4B87-8278-1BB318D4721C}" dt="2026-07-24T23:20:34.942" v="135" actId="1076"/>
          <ac:picMkLst>
            <pc:docMk/>
            <pc:sldMk cId="624704535" sldId="268"/>
            <ac:picMk id="7" creationId="{C6A81551-7F5D-91E9-3907-814B75C45F71}"/>
          </ac:picMkLst>
        </pc:picChg>
      </pc:sldChg>
      <pc:sldChg chg="del">
        <pc:chgData name="s.priyanka666@outlook.com" userId="f8808674c9441ff4" providerId="LiveId" clId="{65959855-1518-4B87-8278-1BB318D4721C}" dt="2026-07-24T23:41:12.873" v="441" actId="2696"/>
        <pc:sldMkLst>
          <pc:docMk/>
          <pc:sldMk cId="2974598120" sldId="269"/>
        </pc:sldMkLst>
      </pc:sldChg>
      <pc:sldChg chg="del">
        <pc:chgData name="s.priyanka666@outlook.com" userId="f8808674c9441ff4" providerId="LiveId" clId="{65959855-1518-4B87-8278-1BB318D4721C}" dt="2026-07-24T23:41:14.998" v="442" actId="2696"/>
        <pc:sldMkLst>
          <pc:docMk/>
          <pc:sldMk cId="802221751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76796-FF37-44A6-823D-6041E453A54D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54D05-17F4-441F-B06D-C2794C401C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958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54D05-17F4-441F-B06D-C2794C401CA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065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9B7D-CA84-AC22-B2A6-2017D2756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2BD58-AD6E-BF91-CD47-9EAECB3A7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3149A-7A71-C118-195E-544E02DD2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704E-1D15-4445-A457-B250E253C1EB}" type="datetimeFigureOut">
              <a:rPr lang="en-IN" smtClean="0"/>
              <a:t>25-07-2026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0524E-FF3D-3A7F-8BA6-F2520BAB1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2ADE7-550D-32DB-6D2C-22835846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B5C7-4AA9-4F8F-9F57-41C44F0990B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2294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667A-EDFE-3809-0134-70FA9A0F8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52297-0383-036A-4416-A78F2ED7A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7183B-AAE6-1AA3-1787-56B8F740C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704E-1D15-4445-A457-B250E253C1EB}" type="datetimeFigureOut">
              <a:rPr lang="en-IN" smtClean="0"/>
              <a:t>25-07-2026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9F677-6E0F-B159-76EA-B9E45AAC2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6AA95-D04E-7CDA-71C3-B9E44F79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B5C7-4AA9-4F8F-9F57-41C44F0990B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381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F8EC-E4AD-ECE8-7396-E2985A726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DEEAE-9394-5A0C-179F-2F078DCE1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A967C-7533-7057-0F53-6E9E1C94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704E-1D15-4445-A457-B250E253C1EB}" type="datetimeFigureOut">
              <a:rPr lang="en-IN" smtClean="0"/>
              <a:t>25-07-2026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4545C-2075-5BCD-9CC6-02F061DDB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C56F8-2959-1FFD-44C7-6E4C6B96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B5C7-4AA9-4F8F-9F57-41C44F0990B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8071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8ACEE-0B12-9CA5-BDD6-2383E9A80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B120F-2AE4-5871-7C75-8D9CE94A6D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9CEA1-F34F-577D-2084-F05069910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2E26C-B83B-6D61-02BC-D045D460A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704E-1D15-4445-A457-B250E253C1EB}" type="datetimeFigureOut">
              <a:rPr lang="en-IN" smtClean="0"/>
              <a:t>25-07-2026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F679C-334E-AB6F-CF37-C5E0BB2D2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C97CD-4996-8F42-1234-079F40BFC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B5C7-4AA9-4F8F-9F57-41C44F0990B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664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0296B-6F10-48AA-8CBD-FB83F56A2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3FD15-AC60-DE44-71F3-F3CB82A97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7EB1E-2D96-E85D-71C4-22EDAF494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A0E38-064F-93D8-F13B-9BDF5E5DA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5962F2-D018-6A23-E188-B88E529AF1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497CF-5BA3-1560-465B-4E52820C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704E-1D15-4445-A457-B250E253C1EB}" type="datetimeFigureOut">
              <a:rPr lang="en-IN" smtClean="0"/>
              <a:t>25-07-2026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156052-798D-EAD1-33D8-D63AC426D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9DE18D-84CE-79CB-E54D-74527F56A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B5C7-4AA9-4F8F-9F57-41C44F0990B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6913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A76F7-A7EB-E9A8-5F62-4CB2AC78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038044-518F-7724-26E0-B5F7EE957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704E-1D15-4445-A457-B250E253C1EB}" type="datetimeFigureOut">
              <a:rPr lang="en-IN" smtClean="0"/>
              <a:t>25-07-2026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77128-BF66-FB3A-BBF6-C952B7C93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3179E1-DEFD-2163-E5A3-09F4E73AE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B5C7-4AA9-4F8F-9F57-41C44F0990B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797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AA90ED-2F61-BFDF-7DBE-FE78E67DB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704E-1D15-4445-A457-B250E253C1EB}" type="datetimeFigureOut">
              <a:rPr lang="en-IN" smtClean="0"/>
              <a:t>25-07-2026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BE7F53-538D-D87F-B17C-26E6EA6C0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50E70-4A6A-F0E8-2AE3-73D396BDC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B5C7-4AA9-4F8F-9F57-41C44F0990B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1928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A87FE-0584-9C13-2ABC-687E2D2B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892B0-E824-10BD-A80E-5BC40643F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F5F64-28DA-6DD3-3AB5-A1BB031D7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599D8-7DC0-98F5-5A71-1EDB7D784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704E-1D15-4445-A457-B250E253C1EB}" type="datetimeFigureOut">
              <a:rPr lang="en-IN" smtClean="0"/>
              <a:t>25-07-2026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BEF7C-6250-9E81-603D-84CE3045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BAA4F-1F69-0BA4-6253-CD4FC1DB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B5C7-4AA9-4F8F-9F57-41C44F0990B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533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26958-8540-6FBA-1CD1-73138C49B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929D8C-C7A1-9562-F842-23B2275DEF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3A2C9-7788-DFE7-9C10-B30CE5F8D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43CF3-9A07-8044-BBF1-E9EA8C3F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704E-1D15-4445-A457-B250E253C1EB}" type="datetimeFigureOut">
              <a:rPr lang="en-IN" smtClean="0"/>
              <a:t>25-07-2026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5F0F6-81E7-3983-73B8-55FE25C7D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6CAFD-F648-CE6B-1194-F63DC84E5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B5C7-4AA9-4F8F-9F57-41C44F0990B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421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451C1-78D6-86D3-A368-9FAA05279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EA039D-7D44-B789-7EE9-004DDA019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36D8E-4326-48CF-E7FD-DC8C87439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704E-1D15-4445-A457-B250E253C1EB}" type="datetimeFigureOut">
              <a:rPr lang="en-IN" smtClean="0"/>
              <a:t>25-07-2026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DA407-E139-AC93-38AA-C48F0F25C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3C1E2-FB5D-FBA3-1148-E4D74ABAF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B5C7-4AA9-4F8F-9F57-41C44F0990B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857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439C75-499B-3564-B420-21060A2891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3C0AB2-08B8-E9DA-23BE-21BBB0B6A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AAEC9-50AF-4A47-0DEB-B3BB58A3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704E-1D15-4445-A457-B250E253C1EB}" type="datetimeFigureOut">
              <a:rPr lang="en-IN" smtClean="0"/>
              <a:t>25-07-2026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FA495-F58E-C67F-482D-9A0BEBEF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6CEDA-9500-8C88-0943-A68C3821C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7B5C7-4AA9-4F8F-9F57-41C44F0990B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0642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719508-0212-06FC-E239-B3452AE7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6B870-B207-0814-FE23-304F7CD2F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EC06A-7199-6ED0-1CEC-E4DC22EC2B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B704E-1D15-4445-A457-B250E253C1EB}" type="datetimeFigureOut">
              <a:rPr lang="en-IN" smtClean="0"/>
              <a:t>25-07-2026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962B5-C0DB-D422-6520-85F9AFB3F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78CC-9400-72A2-8FAB-7E6C78700C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7B5C7-4AA9-4F8F-9F57-41C44F0990B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82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07FBD5-0945-FECC-9F3F-F7B1F3D899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18" y="135808"/>
            <a:ext cx="11790963" cy="1063728"/>
          </a:xfrm>
          <a:prstGeom prst="rect">
            <a:avLst/>
          </a:prstGeom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4E9CDAAB-0798-4C30-EA20-1403E2A85176}"/>
              </a:ext>
            </a:extLst>
          </p:cNvPr>
          <p:cNvSpPr txBox="1"/>
          <p:nvPr/>
        </p:nvSpPr>
        <p:spPr>
          <a:xfrm>
            <a:off x="1211897" y="1699946"/>
            <a:ext cx="9768205" cy="2291951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1:Online Ticket Booking System Using Queue Data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2:Contact Management System Using Doubly Linked List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CSA0302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  <a:endParaRPr lang="en-IN" sz="2400" dirty="0"/>
          </a:p>
          <a:p>
            <a:pPr algn="ctr"/>
            <a:endParaRPr lang="en-US" alt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79DB5D-8EBA-E350-F86F-C2FEAFC70D7B}"/>
              </a:ext>
            </a:extLst>
          </p:cNvPr>
          <p:cNvSpPr txBox="1"/>
          <p:nvPr/>
        </p:nvSpPr>
        <p:spPr>
          <a:xfrm>
            <a:off x="799380" y="5158055"/>
            <a:ext cx="31745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Alphonsa J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3B668117-370E-5F42-7FB6-540FCEFCDD67}"/>
              </a:ext>
            </a:extLst>
          </p:cNvPr>
          <p:cNvSpPr txBox="1"/>
          <p:nvPr/>
        </p:nvSpPr>
        <p:spPr>
          <a:xfrm>
            <a:off x="8885208" y="5262113"/>
            <a:ext cx="30177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Priyanka (192424033)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85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5374-3C24-05D0-D337-A0FE5C989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0082" y="322053"/>
            <a:ext cx="7910333" cy="83407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Ticket Booking System Using Queue Data Structure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E39CFC-4F00-F225-D058-2840F65D5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94" y="52990"/>
            <a:ext cx="1040968" cy="105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59655D02-9BD1-C750-02E9-5B57FDEB5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0538" y="138542"/>
            <a:ext cx="1040968" cy="967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17BF0884-533C-45EA-EB8E-62BF7B0E9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910" y="1104439"/>
            <a:ext cx="9190008" cy="3309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ticket booking allows passengers to reserve tickets digitally.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users may book tickets simultaneously.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requests should be processed fairly.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follows the First In, First Out (FIFO) principle. 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D4730D-3343-D48A-4093-327AA9253A93}"/>
              </a:ext>
            </a:extLst>
          </p:cNvPr>
          <p:cNvSpPr txBox="1"/>
          <p:nvPr/>
        </p:nvSpPr>
        <p:spPr>
          <a:xfrm>
            <a:off x="1069674" y="4261449"/>
            <a:ext cx="725194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booking requests arrive at the same time.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must be processed in the order they arrive.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unfair processing and duplicate bookings</a:t>
            </a:r>
            <a:r>
              <a:rPr lang="en-IN" sz="2400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609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5EF105-90AC-D69A-9DA4-5370AB389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39" y="61279"/>
            <a:ext cx="1206932" cy="967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6D863C7-4014-4107-28FA-034FEF238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8252" y="61279"/>
            <a:ext cx="1040968" cy="904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A2A72F-8A30-0A8E-207C-A8EECCED7B7D}"/>
              </a:ext>
            </a:extLst>
          </p:cNvPr>
          <p:cNvSpPr txBox="1"/>
          <p:nvPr/>
        </p:nvSpPr>
        <p:spPr>
          <a:xfrm>
            <a:off x="1541252" y="707048"/>
            <a:ext cx="10260529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Used – Queue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stores booking requests.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request → Enqueue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request → Dequeue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passenger gets served first.</a:t>
            </a:r>
            <a:r>
              <a:rPr lang="en-IN" sz="2400" dirty="0"/>
              <a:t> 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CF2673-5D2B-7BC2-1A01-0F210BD1779E}"/>
              </a:ext>
            </a:extLst>
          </p:cNvPr>
          <p:cNvSpPr txBox="1"/>
          <p:nvPr/>
        </p:nvSpPr>
        <p:spPr>
          <a:xfrm>
            <a:off x="1541252" y="3634596"/>
            <a:ext cx="7119669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 submits booking request.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is added to the queue.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processes requests one by one.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is confirmed.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continues until all requests are completed.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DEECF6-E4DB-7D56-1901-5107F59B0C32}"/>
              </a:ext>
            </a:extLst>
          </p:cNvPr>
          <p:cNvSpPr txBox="1">
            <a:spLocks/>
          </p:cNvSpPr>
          <p:nvPr/>
        </p:nvSpPr>
        <p:spPr>
          <a:xfrm>
            <a:off x="2012830" y="189085"/>
            <a:ext cx="7927585" cy="967044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Ticket Booking System Using Queue Data Structure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160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C387B-37C6-1F90-FFC0-F802CDA22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9CA5-1F08-B451-6B03-F7A4EB839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5464" y="925903"/>
            <a:ext cx="10048335" cy="5251060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processing of requests.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request conflicts.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implementation.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real-time ticket booking.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waiting time during peak hours.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priority-based booking.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requests. 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delays if the server fails. 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6BE61E-F2F5-BCC7-231A-6AF6CE78F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92" y="55611"/>
            <a:ext cx="1206932" cy="106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A81551-7F5D-91E9-3907-814B75C45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6290" y="103373"/>
            <a:ext cx="1040968" cy="967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6502015-A5CA-5E6A-67DA-68065A451FF1}"/>
              </a:ext>
            </a:extLst>
          </p:cNvPr>
          <p:cNvSpPr txBox="1">
            <a:spLocks/>
          </p:cNvSpPr>
          <p:nvPr/>
        </p:nvSpPr>
        <p:spPr>
          <a:xfrm>
            <a:off x="2030082" y="322053"/>
            <a:ext cx="7910333" cy="8340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Online Ticket Booking System Using Queue Data Structure</a:t>
            </a:r>
            <a:b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704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FB33F1-8347-E2B0-91F1-4D45064EAB70}"/>
              </a:ext>
            </a:extLst>
          </p:cNvPr>
          <p:cNvSpPr txBox="1"/>
          <p:nvPr/>
        </p:nvSpPr>
        <p:spPr>
          <a:xfrm>
            <a:off x="2399070" y="336212"/>
            <a:ext cx="6656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82B9BF5-0AFE-144C-BD41-41EB78B4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4038" y="1537821"/>
            <a:ext cx="8810445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is suitable for processing ticket booking requests in arrival order.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 ensures fair and systematic request processing. Enqueue and Dequeue operations take O(1) time.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conflicts and maintains an organized booking process.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provides an efficient solution for online ticket booking systems.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469BCA-85AE-94E5-51EA-DEAFA0EE8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901" y="176297"/>
            <a:ext cx="1206932" cy="106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49B60AAC-D4CB-B5D4-022C-D3BD9FABB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281653"/>
            <a:ext cx="1040968" cy="967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347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21D5E0-8D2F-4851-EDC8-00E086D1A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62" y="-1"/>
            <a:ext cx="1041031" cy="90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B3130873-CA78-7EB2-817F-EEFDF0101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5547" y="77582"/>
            <a:ext cx="1145526" cy="831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B15D40-C49C-A3EF-DBD2-10C88D260155}"/>
              </a:ext>
            </a:extLst>
          </p:cNvPr>
          <p:cNvSpPr txBox="1"/>
          <p:nvPr/>
        </p:nvSpPr>
        <p:spPr>
          <a:xfrm>
            <a:off x="882115" y="350809"/>
            <a:ext cx="10379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Management System Using Doubly Linked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F4E1C-38F2-CAD0-7F31-221EE3ACDAFE}"/>
              </a:ext>
            </a:extLst>
          </p:cNvPr>
          <p:cNvSpPr txBox="1"/>
          <p:nvPr/>
        </p:nvSpPr>
        <p:spPr>
          <a:xfrm>
            <a:off x="1247955" y="1230703"/>
            <a:ext cx="6389298" cy="6140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management stores user information.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Contacts are frequently added, updated, and deleted.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allocation is required.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Contacts are inserted regularly.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Contacts may be deleted anytime.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size changes dynamically.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0982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B25F0560-36B2-027B-2CAE-980F76A49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419" y="1222477"/>
            <a:ext cx="10188563" cy="6633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Used – Doubly Linked List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stores contact details.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previous and next pointers.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forward and backward traversal.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contact.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contact.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contact details.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contact.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contact list.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81E8EA-54B4-A69B-8D82-41DE22E41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65" y="38296"/>
            <a:ext cx="1206932" cy="106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3E7CCD-7E17-1813-805F-C62CC15F4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2667" y="12206"/>
            <a:ext cx="1040968" cy="967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C7079C-0F01-3E04-B3CD-6438FA053DF9}"/>
              </a:ext>
            </a:extLst>
          </p:cNvPr>
          <p:cNvSpPr txBox="1"/>
          <p:nvPr/>
        </p:nvSpPr>
        <p:spPr>
          <a:xfrm>
            <a:off x="2018581" y="178279"/>
            <a:ext cx="7804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Management System Using Doubly Linked List</a:t>
            </a:r>
          </a:p>
        </p:txBody>
      </p:sp>
    </p:spTree>
    <p:extLst>
      <p:ext uri="{BB962C8B-B14F-4D97-AF65-F5344CB8AC3E}">
        <p14:creationId xmlns:p14="http://schemas.microsoft.com/office/powerpoint/2010/main" val="3371561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00DEB06-EE17-23BF-7A96-105C7B3C9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901" y="176297"/>
            <a:ext cx="1206932" cy="106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E283473E-2BA7-2F25-AD5D-01B5C4362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281653"/>
            <a:ext cx="1040968" cy="967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28C46E-9DF4-1947-BEF8-2E4D9FF33F34}"/>
              </a:ext>
            </a:extLst>
          </p:cNvPr>
          <p:cNvSpPr txBox="1"/>
          <p:nvPr/>
        </p:nvSpPr>
        <p:spPr>
          <a:xfrm>
            <a:off x="1722406" y="639944"/>
            <a:ext cx="8396378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usage.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insertion and deletion.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forward and backward navigation.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memory wastage due to fixed size.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for a contact takes O(n) time.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extra memory for pointer storage.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complex than an array.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access is not possible.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Pointer handling can increase implementation </a:t>
            </a:r>
            <a:r>
              <a:rPr lang="en-IN" sz="2400" dirty="0"/>
              <a:t>complexity.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225BAD-5CF9-715C-F1BE-D1F10BDC6456}"/>
              </a:ext>
            </a:extLst>
          </p:cNvPr>
          <p:cNvSpPr txBox="1"/>
          <p:nvPr/>
        </p:nvSpPr>
        <p:spPr>
          <a:xfrm>
            <a:off x="2018581" y="178279"/>
            <a:ext cx="7804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Management System Using Doubly Linked List</a:t>
            </a:r>
          </a:p>
        </p:txBody>
      </p:sp>
    </p:spTree>
    <p:extLst>
      <p:ext uri="{BB962C8B-B14F-4D97-AF65-F5344CB8AC3E}">
        <p14:creationId xmlns:p14="http://schemas.microsoft.com/office/powerpoint/2010/main" val="2120810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4137B6-1A4A-19C8-9A7B-31ABCC15E24E}"/>
              </a:ext>
            </a:extLst>
          </p:cNvPr>
          <p:cNvSpPr txBox="1"/>
          <p:nvPr/>
        </p:nvSpPr>
        <p:spPr>
          <a:xfrm>
            <a:off x="1247955" y="1414732"/>
            <a:ext cx="10177129" cy="421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Doubly Linked List is suitable for dynamic contact management.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efficient insertion and deletion of contacts.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Contacts can be traversed in both forward and backward directions.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is allocated dynamically as contacts are added.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flexible and effective for frequently changing contact records.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1CE8DC-F006-0707-CE17-C2A7C2F45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901" y="176297"/>
            <a:ext cx="1206932" cy="106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1EAB331D-B005-731A-3ABB-C9C33D4D1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497" y="281653"/>
            <a:ext cx="1040968" cy="967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024011-561E-30D1-F0F8-5A629432C48A}"/>
              </a:ext>
            </a:extLst>
          </p:cNvPr>
          <p:cNvSpPr txBox="1"/>
          <p:nvPr/>
        </p:nvSpPr>
        <p:spPr>
          <a:xfrm>
            <a:off x="4094672" y="534838"/>
            <a:ext cx="2352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012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9CCED2-6F98-95C0-410C-2EF399A60EEE}"/>
              </a:ext>
            </a:extLst>
          </p:cNvPr>
          <p:cNvSpPr txBox="1"/>
          <p:nvPr/>
        </p:nvSpPr>
        <p:spPr>
          <a:xfrm>
            <a:off x="3446206" y="2413337"/>
            <a:ext cx="52995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  <a:endParaRPr lang="en-IN" sz="6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998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511</Words>
  <Application>Microsoft Office PowerPoint</Application>
  <PresentationFormat>Widescreen</PresentationFormat>
  <Paragraphs>88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Online Ticket Booking System Using Queue Data Structure 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saranyak.2521@gmail.com</dc:creator>
  <cp:lastModifiedBy>s.priyanka666@outlook.com</cp:lastModifiedBy>
  <cp:revision>5</cp:revision>
  <dcterms:created xsi:type="dcterms:W3CDTF">2026-02-26T17:35:21Z</dcterms:created>
  <dcterms:modified xsi:type="dcterms:W3CDTF">2026-07-25T05:09:28Z</dcterms:modified>
</cp:coreProperties>
</file>